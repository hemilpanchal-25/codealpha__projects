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8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0235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65760"/>
            <a:ext cx="2377440" cy="2377440"/>
          </a:xfrm>
          <a:prstGeom prst="ellipse">
            <a:avLst/>
          </a:prstGeom>
          <a:ln w="15875">
            <a:solidFill>
              <a:srgbClr val="415A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640080"/>
            <a:ext cx="1828800" cy="1828800"/>
          </a:xfrm>
          <a:prstGeom prst="ellipse">
            <a:avLst/>
          </a:prstGeom>
          <a:ln w="15875">
            <a:solidFill>
              <a:srgbClr val="415A77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914400"/>
            <a:ext cx="1280160" cy="1280160"/>
          </a:xfrm>
          <a:prstGeom prst="ellipse">
            <a:avLst/>
          </a:prstGeom>
          <a:ln w="15875">
            <a:solidFill>
              <a:srgbClr val="415A77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50424" y="1472184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TRAINING MODULE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3317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 Training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290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bait. Question the request. Protect the data.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4160520"/>
            <a:ext cx="2926080" cy="0"/>
          </a:xfrm>
          <a:prstGeom prst="line">
            <a:avLst/>
          </a:prstGeom>
          <a:noFill/>
          <a:ln w="3175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Hemil</a:t>
            </a:r>
            <a:r>
              <a:rPr lang="en-US" sz="13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Crazy — Cybersecurity Education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Internship Project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64792"/>
            <a:ext cx="457200" cy="457200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52728" y="169164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52728" y="2057400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scale, and why it works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843784"/>
            <a:ext cx="457200" cy="457200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52728" y="2770632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Phishing Attacks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52728" y="3136392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spear phishing, whaling &amp; more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3922776"/>
            <a:ext cx="457200" cy="457200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3849624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Phishing Email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52728" y="4215384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red flags line by line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5001768"/>
            <a:ext cx="457200" cy="457200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5001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52728" y="4928616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Fake Websites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52728" y="5294376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URLs, certificates, and design tells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0" y="1764792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59168" y="169164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Tactics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2057400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psychology attackers exploit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0" y="2843784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0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059168" y="2770632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Studies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3136392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from major breaches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0" y="3922776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059168" y="3849624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Prevention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059168" y="4215384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that stop most attacks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0" y="5001768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0800" y="5001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4928616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059168" y="5294376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if you get phished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FOUNDATIONS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0020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social engineering attack where a criminal impersonates a trusted person, brand, or system to trick a victim into </a:t>
            </a:r>
            <a:r>
              <a:rPr lang="en-US" sz="15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handing over credentials, money, or sensitive data</a:t>
            </a:r>
            <a:r>
              <a:rPr lang="en-US" sz="15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usually through a fake email, message, or website.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94360" y="3255264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312724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relies on manipulating human trust, not breaking encryption or code.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3822192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369417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most common way attackers gain initial access to a network.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4389120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96112" y="426110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with an inbox, phone, or social media account is a target.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78040" y="1600200"/>
            <a:ext cx="4343400" cy="4160520"/>
          </a:xfrm>
          <a:prstGeom prst="roundRect">
            <a:avLst>
              <a:gd name="adj" fmla="val 2637"/>
            </a:avLst>
          </a:prstGeom>
          <a:solidFill>
            <a:srgbClr val="0D1B2A"/>
          </a:solidFill>
          <a:ln/>
          <a:effectLst>
            <a:outerShdw blurRad="76200" dist="25400" dir="5400000" algn="bl" rotWithShape="0">
              <a:srgbClr val="1B263B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452360" y="18745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VERIZON 2024 DBIR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14884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68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333756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breaches involve a human element — error, stolen credentials, or falling for social engineering.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452360" y="4343400"/>
            <a:ext cx="3703320" cy="0"/>
          </a:xfrm>
          <a:prstGeom prst="line">
            <a:avLst/>
          </a:prstGeom>
          <a:noFill/>
          <a:ln w="12700">
            <a:solidFill>
              <a:srgbClr val="415A7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52360" y="4526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sec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7452360" y="5029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time for 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to click a link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4526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sec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5029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to then enter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ATTACK TYPES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Phishing Attacks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635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47672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476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603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Mass, generic emails impersonating a bank, brand, or service to harvest credentials.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169164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635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947672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9476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5603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attacks using researched details about one specific target.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75320" y="169164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635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1947672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0" y="19476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5603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 aimed at executives — often fake wire-transfer or legal requests.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374904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635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005072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0050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617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delivered via SMS text, often with a malicious short link.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374904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635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4005072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63440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40050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4617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Voice-call phishing — attacker poses as IT support, a bank, or law enforcement.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75320" y="374904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635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03920" y="4005072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03920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144000" y="40050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Phishing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503920" y="4617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previously delivered email is copied and resent with a malicious link.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RECOGNIZE THE EMAIL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Phishing Email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94360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76200" dist="25400" dir="5400000" algn="bl" rotWithShape="0">
              <a:srgbClr val="1B263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691640"/>
            <a:ext cx="594360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</a:rPr>
              <a:t>● ● ●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134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3134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PayPal-Security@paypa1-support.com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2313432"/>
            <a:ext cx="292608" cy="29260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35040" y="2313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697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26974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URGENT: Your account will be suspended in 24 hours!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2697480"/>
            <a:ext cx="292608" cy="29260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03504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08152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30815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you@example.com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3081528"/>
            <a:ext cx="292608" cy="29260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35040" y="3081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" y="3511296"/>
            <a:ext cx="5394960" cy="0"/>
          </a:xfrm>
          <a:prstGeom prst="line">
            <a:avLst/>
          </a:prstGeom>
          <a:noFill/>
          <a:ln w="12700">
            <a:solidFill>
              <a:srgbClr val="E1E6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36941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Valued Customer,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3694176"/>
            <a:ext cx="292608" cy="29260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035040" y="3694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10565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detected unusual sign-in activity on your account. Click below immediately to verify your identity and avoid permanent suspension.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" y="4882896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FCE8E9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48828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My Account →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35040" y="4882896"/>
            <a:ext cx="292608" cy="29260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035040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68680" y="54772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 target: hxxp://paypa1-support.verify-now.ru/login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584301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Attachment: Account_Statement_Invoice.zip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5815584"/>
            <a:ext cx="292608" cy="29260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035040" y="5815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812280" y="1691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TO CHECK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12280" y="2148840"/>
            <a:ext cx="310896" cy="310896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812280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269480" y="21031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Spoofed sender domain — "paypa1" uses a digit 1, not the letter l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812280" y="2834640"/>
            <a:ext cx="310896" cy="310896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81228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269480" y="27889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 urgency to short-circuit careful thinking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812280" y="3520440"/>
            <a:ext cx="310896" cy="310896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812280" y="3520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34747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 instead of your real name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812280" y="4206240"/>
            <a:ext cx="310896" cy="310896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812280" y="4206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41605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to act "immediately" to avoid a consequence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812280" y="4892040"/>
            <a:ext cx="310896" cy="310896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812280" y="4892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7269480" y="48463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text hides a mismatched, suspicious destination URL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812280" y="5577840"/>
            <a:ext cx="310896" cy="310896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812280" y="5577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7269480" y="55321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attachment used to deliver malware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RECOGNIZE THE SITE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Spotting Fake Websites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63500" dist="25400" dir="5400000" algn="bl" rotWithShape="0">
              <a:srgbClr val="1B263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457200" cy="4572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659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Signs in the URL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679192"/>
            <a:ext cx="201168" cy="201168"/>
          </a:xfrm>
          <a:prstGeom prst="roundRect">
            <a:avLst>
              <a:gd name="adj" fmla="val 18182"/>
            </a:avLst>
          </a:prstGeom>
          <a:ln w="19050">
            <a:solidFill>
              <a:srgbClr val="E639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16152" y="260604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Misspelled or altered domain (paypa1.com, arnazon.com)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337560"/>
            <a:ext cx="201168" cy="201168"/>
          </a:xfrm>
          <a:prstGeom prst="roundRect">
            <a:avLst>
              <a:gd name="adj" fmla="val 18182"/>
            </a:avLst>
          </a:prstGeom>
          <a:ln w="1905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16152" y="326440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words, numbers, or hyphens before the real brand name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995928"/>
            <a:ext cx="201168" cy="201168"/>
          </a:xfrm>
          <a:prstGeom prst="roundRect">
            <a:avLst>
              <a:gd name="adj" fmla="val 18182"/>
            </a:avLst>
          </a:prstGeom>
          <a:ln w="1905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16152" y="3922776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top-level domain for the brand (.ru, .xyz, .top)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4654296"/>
            <a:ext cx="201168" cy="201168"/>
          </a:xfrm>
          <a:prstGeom prst="roundRect">
            <a:avLst>
              <a:gd name="adj" fmla="val 18182"/>
            </a:avLst>
          </a:prstGeom>
          <a:ln w="1905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16152" y="4581144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 IP address instead of a real domain name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5312664"/>
            <a:ext cx="201168" cy="201168"/>
          </a:xfrm>
          <a:prstGeom prst="roundRect">
            <a:avLst>
              <a:gd name="adj" fmla="val 18182"/>
            </a:avLst>
          </a:prstGeom>
          <a:ln w="1905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16152" y="523951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long, confusing subdomain trying to hide the true host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169164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63500" dist="25400" dir="5400000" algn="bl" rotWithShape="0">
              <a:srgbClr val="1B263B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37960" y="196596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37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19659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Signs on the Page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37960" y="2679192"/>
            <a:ext cx="201168" cy="201168"/>
          </a:xfrm>
          <a:prstGeom prst="roundRect">
            <a:avLst>
              <a:gd name="adj" fmla="val 18182"/>
            </a:avLst>
          </a:prstGeom>
          <a:ln w="1905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85432" y="260604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padlock icon, or the connection is not "https://"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37960" y="3337560"/>
            <a:ext cx="201168" cy="201168"/>
          </a:xfrm>
          <a:prstGeom prst="roundRect">
            <a:avLst>
              <a:gd name="adj" fmla="val 18182"/>
            </a:avLst>
          </a:prstGeom>
          <a:ln w="1905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85432" y="326440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Low-quality logos, layout, or spelling and grammar errors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37960" y="3995928"/>
            <a:ext cx="201168" cy="201168"/>
          </a:xfrm>
          <a:prstGeom prst="roundRect">
            <a:avLst>
              <a:gd name="adj" fmla="val 18182"/>
            </a:avLst>
          </a:prstGeom>
          <a:ln w="19050">
            <a:solidFill>
              <a:srgbClr val="E6394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85432" y="3922776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Pop-ups demanding an urgent login or payment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37960" y="4654296"/>
            <a:ext cx="201168" cy="201168"/>
          </a:xfrm>
          <a:prstGeom prst="roundRect">
            <a:avLst>
              <a:gd name="adj" fmla="val 18182"/>
            </a:avLst>
          </a:prstGeom>
          <a:ln w="19050">
            <a:solidFill>
              <a:srgbClr val="E6394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85432" y="4581144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more data than the task requires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37960" y="5312664"/>
            <a:ext cx="201168" cy="201168"/>
          </a:xfrm>
          <a:prstGeom prst="roundRect">
            <a:avLst>
              <a:gd name="adj" fmla="val 18182"/>
            </a:avLst>
          </a:prstGeom>
          <a:ln w="19050">
            <a:solidFill>
              <a:srgbClr val="E6394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85432" y="523951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verifiable contact info, address, or "About" page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THE PSYCHOLOGY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 Tactics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325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rarely breaks technology — it exploits predictable human reactions.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16283D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21992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50392" y="283464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&amp; Fear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3200400"/>
            <a:ext cx="3099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now or lose access" pushes victims to skip verification.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96596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16283D"/>
          </a:solidFill>
          <a:ln/>
        </p:spPr>
      </p:sp>
      <p:sp>
        <p:nvSpPr>
          <p:cNvPr id="11" name="Shape 9"/>
          <p:cNvSpPr/>
          <p:nvPr/>
        </p:nvSpPr>
        <p:spPr>
          <a:xfrm>
            <a:off x="4690872" y="2221992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90872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90872" y="283464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90872" y="3200400"/>
            <a:ext cx="3099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a boss, bank, or government agency to demand compliance.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75320" y="196596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16283D"/>
          </a:solidFill>
          <a:ln/>
        </p:spPr>
      </p:sp>
      <p:sp>
        <p:nvSpPr>
          <p:cNvPr id="16" name="Shape 14"/>
          <p:cNvSpPr/>
          <p:nvPr/>
        </p:nvSpPr>
        <p:spPr>
          <a:xfrm>
            <a:off x="8531352" y="2221992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31352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531352" y="283464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531352" y="3200400"/>
            <a:ext cx="3099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tempting subject line or attachment baits a careless click.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411480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16283D"/>
          </a:solidFill>
          <a:ln/>
        </p:spPr>
      </p:sp>
      <p:sp>
        <p:nvSpPr>
          <p:cNvPr id="21" name="Shape 19"/>
          <p:cNvSpPr/>
          <p:nvPr/>
        </p:nvSpPr>
        <p:spPr>
          <a:xfrm>
            <a:off x="850392" y="4370832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0392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" y="498348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Familiarity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50392" y="5349240"/>
            <a:ext cx="3099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 a known contact or brand to lower suspicion.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34840" y="411480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16283D"/>
          </a:solidFill>
          <a:ln/>
        </p:spPr>
      </p:sp>
      <p:sp>
        <p:nvSpPr>
          <p:cNvPr id="26" name="Shape 24"/>
          <p:cNvSpPr/>
          <p:nvPr/>
        </p:nvSpPr>
        <p:spPr>
          <a:xfrm>
            <a:off x="4690872" y="4370832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690872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90872" y="498348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Scarcity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690872" y="5349240"/>
            <a:ext cx="3099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"Limited time offer" or "one login attempt left" forces quick decisions.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75320" y="411480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16283D"/>
          </a:solidFill>
          <a:ln/>
        </p:spPr>
      </p:sp>
      <p:sp>
        <p:nvSpPr>
          <p:cNvPr id="31" name="Shape 29"/>
          <p:cNvSpPr/>
          <p:nvPr/>
        </p:nvSpPr>
        <p:spPr>
          <a:xfrm>
            <a:off x="8531352" y="4370832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531352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531352" y="498348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Reciprocity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531352" y="5349240"/>
            <a:ext cx="3099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favor or gift creates pressure to return it with information.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CASE STUDIES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Phishing Incidents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635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2013–2015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&amp; Facebook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$100M+ Business Email Compromise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355848"/>
            <a:ext cx="3154680" cy="0"/>
          </a:xfrm>
          <a:prstGeom prst="line">
            <a:avLst/>
          </a:prstGeom>
          <a:noFill/>
          <a:ln w="12700">
            <a:solidFill>
              <a:srgbClr val="E1E6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52044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impersonated a hardware vendor both companies worked with, forging invoices and emails that convinced finance teams to wire over $100 million across two years.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34840" y="169164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635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9202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19202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3774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Twitter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7889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High-Profile Account Takeover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355848"/>
            <a:ext cx="3154680" cy="0"/>
          </a:xfrm>
          <a:prstGeom prst="line">
            <a:avLst/>
          </a:prstGeom>
          <a:noFill/>
          <a:ln w="12700">
            <a:solidFill>
              <a:srgbClr val="E1E6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52044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used phone-based spear phishing (vishing) to trick employees into handing over credentials for internal admin tools, then hijacked dozens of verified accounts for a crypto scam.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75320" y="169164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635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03920" y="19202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03920" y="19202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23774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27889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40M+ Payment Cards Exposed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03920" y="3355848"/>
            <a:ext cx="3154680" cy="0"/>
          </a:xfrm>
          <a:prstGeom prst="line">
            <a:avLst/>
          </a:prstGeom>
          <a:noFill/>
          <a:ln w="12700">
            <a:solidFill>
              <a:srgbClr val="E1E6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03920" y="352044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phishing email sent to a third-party HVAC vendor delivered malware that stole network credentials, which attackers then used to breach Target's payment systems.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PREVENTION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to Avoid Falling Victim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63500" dist="25400" dir="5400000" algn="bl" rotWithShape="0">
              <a:srgbClr val="1B263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457200" cy="4572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659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Click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670048"/>
            <a:ext cx="237744" cy="237744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70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96896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sender's real email address, not just the display name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3328416"/>
            <a:ext cx="237744" cy="237744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3284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255264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to preview the actual destination URL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3986784"/>
            <a:ext cx="237744" cy="237744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9867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91363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on any message using urgency, fear, or pressure tactics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8680" y="4645152"/>
            <a:ext cx="237744" cy="237744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6451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57200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caller ID alone — phone numbers can be spoofed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68680" y="5303520"/>
            <a:ext cx="237744" cy="237744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303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23036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contact the sender through a separate, known channel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169164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63500" dist="25400" dir="5400000" algn="bl" rotWithShape="0">
              <a:srgbClr val="1B263B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37960" y="196596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37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19659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Protection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37960" y="2670048"/>
            <a:ext cx="237744" cy="237744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37960" y="2670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2596896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multi-factor authentication (MFA) everywhere it's offered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37960" y="3328416"/>
            <a:ext cx="237744" cy="237744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37960" y="33284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903720" y="3255264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password manager and unique passwords per account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537960" y="3986784"/>
            <a:ext cx="237744" cy="237744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37960" y="39867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903720" y="391363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OS, browser, and apps updated with security patches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537960" y="4645152"/>
            <a:ext cx="237744" cy="237744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537960" y="46451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903720" y="457200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spam and anti-phishing filtering on email and browsers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537960" y="5303520"/>
            <a:ext cx="237744" cy="237744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537960" y="5303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903720" y="523036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messages to IT/security instead of just deleting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INCIDENT RESPONSE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 If You Get Phished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325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matters. Move through these steps calmly and in order.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2377440"/>
            <a:ext cx="2039112" cy="3108960"/>
          </a:xfrm>
          <a:prstGeom prst="roundRect">
            <a:avLst>
              <a:gd name="adj" fmla="val 4484"/>
            </a:avLst>
          </a:prstGeom>
          <a:solidFill>
            <a:srgbClr val="16283D"/>
          </a:solidFill>
          <a:ln/>
        </p:spPr>
      </p:sp>
      <p:sp>
        <p:nvSpPr>
          <p:cNvPr id="6" name="Shape 4"/>
          <p:cNvSpPr/>
          <p:nvPr/>
        </p:nvSpPr>
        <p:spPr>
          <a:xfrm>
            <a:off x="1339596" y="269748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39596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42900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886200"/>
            <a:ext cx="1673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click any further links, open attachments, or reply to the sender.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587752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15A77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34640" y="2377440"/>
            <a:ext cx="2039112" cy="3108960"/>
          </a:xfrm>
          <a:prstGeom prst="roundRect">
            <a:avLst>
              <a:gd name="adj" fmla="val 4484"/>
            </a:avLst>
          </a:prstGeom>
          <a:solidFill>
            <a:srgbClr val="16283D"/>
          </a:solidFill>
          <a:ln/>
        </p:spPr>
      </p:sp>
      <p:sp>
        <p:nvSpPr>
          <p:cNvPr id="12" name="Shape 10"/>
          <p:cNvSpPr/>
          <p:nvPr/>
        </p:nvSpPr>
        <p:spPr>
          <a:xfrm>
            <a:off x="3579876" y="269748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79876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342900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3886200"/>
            <a:ext cx="1673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suspect malware or a compromised device, disconnect it from the network.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28032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15A77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74920" y="2377440"/>
            <a:ext cx="2039112" cy="3108960"/>
          </a:xfrm>
          <a:prstGeom prst="roundRect">
            <a:avLst>
              <a:gd name="adj" fmla="val 4484"/>
            </a:avLst>
          </a:prstGeom>
          <a:solidFill>
            <a:srgbClr val="16283D"/>
          </a:solidFill>
          <a:ln/>
        </p:spPr>
      </p:sp>
      <p:sp>
        <p:nvSpPr>
          <p:cNvPr id="18" name="Shape 16"/>
          <p:cNvSpPr/>
          <p:nvPr/>
        </p:nvSpPr>
        <p:spPr>
          <a:xfrm>
            <a:off x="5820156" y="269748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20156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342900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Passwords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3886200"/>
            <a:ext cx="1673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affected account's password immediately, plus any account reusing it.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068312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15A77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15200" y="2377440"/>
            <a:ext cx="2039112" cy="3108960"/>
          </a:xfrm>
          <a:prstGeom prst="roundRect">
            <a:avLst>
              <a:gd name="adj" fmla="val 4484"/>
            </a:avLst>
          </a:prstGeom>
          <a:solidFill>
            <a:srgbClr val="16283D"/>
          </a:solidFill>
          <a:ln/>
        </p:spPr>
      </p:sp>
      <p:sp>
        <p:nvSpPr>
          <p:cNvPr id="24" name="Shape 22"/>
          <p:cNvSpPr/>
          <p:nvPr/>
        </p:nvSpPr>
        <p:spPr>
          <a:xfrm>
            <a:off x="8060436" y="269748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60436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342900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It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3886200"/>
            <a:ext cx="1673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your IT/security team or the real organization being impersonated.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308592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15A77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555480" y="2377440"/>
            <a:ext cx="2039112" cy="3108960"/>
          </a:xfrm>
          <a:prstGeom prst="roundRect">
            <a:avLst>
              <a:gd name="adj" fmla="val 4484"/>
            </a:avLst>
          </a:prstGeom>
          <a:solidFill>
            <a:srgbClr val="16283D"/>
          </a:solidFill>
          <a:ln/>
        </p:spPr>
      </p:sp>
      <p:sp>
        <p:nvSpPr>
          <p:cNvPr id="30" name="Shape 28"/>
          <p:cNvSpPr/>
          <p:nvPr/>
        </p:nvSpPr>
        <p:spPr>
          <a:xfrm>
            <a:off x="10300716" y="269748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300716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9692640" y="342900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9738360" y="3886200"/>
            <a:ext cx="1673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affected accounts and bank statements for unusual activity.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KNOWLEDGE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Your Knowledge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371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 pairs with a short interactive quiz to reinforce what you just learned.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63500" dist="25400" dir="5400000" algn="bl" rotWithShape="0">
              <a:srgbClr val="1B26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23060" y="2468880"/>
            <a:ext cx="548640" cy="54864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2306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918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Red Flags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8862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suspicious elements in a sample phishing email.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29000" y="214884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63500" dist="25400" dir="5400000" algn="bl" rotWithShape="0">
              <a:srgbClr val="1B263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57700" y="246888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5770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2918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or Fake Website?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8862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whether a shown URL is legitimate or spoofed.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214884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63500" dist="25400" dir="5400000" algn="bl" rotWithShape="0">
              <a:srgbClr val="1B263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92340" y="2468880"/>
            <a:ext cx="548640" cy="54864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9234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2918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Tactic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8862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 scenario to the social engineering tactic used.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98280" y="214884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63500" dist="25400" dir="5400000" algn="bl" rotWithShape="0">
              <a:srgbClr val="1B263B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126980" y="246888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12698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32918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Do?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9281160" y="38862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correct first response to a phishing attempt.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0D1B2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84248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4767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you click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0604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is a manufactured pressure tactic — slow down and verify.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69164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0D1B2A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1984248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194767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source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60604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sender addresses, domains, and phone numbers independently.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79476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0D1B2A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087368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087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05079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your defenses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70916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MFA, password managers, and updated software stop most attacks even after a click.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79476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0D1B2A"/>
          </a:solidFill>
          <a:ln/>
        </p:spPr>
      </p:sp>
      <p:sp>
        <p:nvSpPr>
          <p:cNvPr id="20" name="Shape 18"/>
          <p:cNvSpPr/>
          <p:nvPr/>
        </p:nvSpPr>
        <p:spPr>
          <a:xfrm>
            <a:off x="6675120" y="4087368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75120" y="4087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405079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don't ignore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470916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 phishing attempt protects the rest of your organization too.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4297680"/>
            <a:ext cx="2377440" cy="2377440"/>
          </a:xfrm>
          <a:prstGeom prst="ellipse">
            <a:avLst/>
          </a:prstGeom>
          <a:ln w="15875">
            <a:solidFill>
              <a:srgbClr val="415A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4572000"/>
            <a:ext cx="1828800" cy="1828800"/>
          </a:xfrm>
          <a:prstGeom prst="ellipse">
            <a:avLst/>
          </a:prstGeom>
          <a:ln w="15875">
            <a:solidFill>
              <a:srgbClr val="415A77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4846320"/>
            <a:ext cx="1280160" cy="1280160"/>
          </a:xfrm>
          <a:prstGeom prst="ellipse">
            <a:avLst/>
          </a:prstGeom>
          <a:ln w="15875">
            <a:solidFill>
              <a:srgbClr val="415A77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41864" y="5404104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Alert. Stay Secure.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0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completing the Phishing Awareness Training module.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886200"/>
            <a:ext cx="2926080" cy="0"/>
          </a:xfrm>
          <a:prstGeom prst="line">
            <a:avLst/>
          </a:prstGeom>
          <a:noFill/>
          <a:ln w="31750">
            <a:solidFill>
              <a:srgbClr val="E639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Hemil</a:t>
            </a: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Cyber Crazy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content &amp; education  ·  YouTube: Cyber Crazy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1367</Words>
  <Application>Microsoft Office PowerPoint</Application>
  <PresentationFormat>Widescreen</PresentationFormat>
  <Paragraphs>270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hemil panchal</cp:lastModifiedBy>
  <cp:revision>1</cp:revision>
  <dcterms:created xsi:type="dcterms:W3CDTF">2026-09-08T11:52:16Z</dcterms:created>
  <dcterms:modified xsi:type="dcterms:W3CDTF">2026-09-08T11:58:08Z</dcterms:modified>
</cp:coreProperties>
</file>